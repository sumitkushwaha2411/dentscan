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0.61</c:v>
                </c:pt>
                <c:pt idx="1">
                  <c:v>0.74</c:v>
                </c:pt>
                <c:pt idx="2">
                  <c:v>0.82</c:v>
                </c:pt>
                <c:pt idx="3">
                  <c:v>0.87</c:v>
                </c:pt>
                <c:pt idx="4">
                  <c:v>0.9</c:v>
                </c:pt>
                <c:pt idx="5">
                  <c:v>0.93</c:v>
                </c:pt>
                <c:pt idx="6">
                  <c:v>0.95</c:v>
                </c:pt>
                <c:pt idx="7">
                  <c:v>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D1-244F-95F6-ACFFDACE8B6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Accuracy</c:v>
                </c:pt>
              </c:strCache>
            </c:strRef>
          </c:tx>
          <c:spPr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0.57999999999999996</c:v>
                </c:pt>
                <c:pt idx="1">
                  <c:v>0.7</c:v>
                </c:pt>
                <c:pt idx="2">
                  <c:v>0.79</c:v>
                </c:pt>
                <c:pt idx="3">
                  <c:v>0.84</c:v>
                </c:pt>
                <c:pt idx="4">
                  <c:v>0.87</c:v>
                </c:pt>
                <c:pt idx="5">
                  <c:v>0.89</c:v>
                </c:pt>
                <c:pt idx="6">
                  <c:v>0.9</c:v>
                </c:pt>
                <c:pt idx="7">
                  <c:v>0.91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3D1-244F-95F6-ACFFDACE8B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010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18304" y="1371600"/>
            <a:ext cx="320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718304" y="1371600"/>
            <a:ext cx="32004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7141464" y="1371600"/>
            <a:ext cx="320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141464" y="1371600"/>
            <a:ext cx="32004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718304" y="3154680"/>
            <a:ext cx="320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4718304" y="3154680"/>
            <a:ext cx="32004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7141464" y="3154680"/>
            <a:ext cx="320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7141464" y="3154680"/>
            <a:ext cx="32004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5266944" y="2377440"/>
            <a:ext cx="164592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718304" y="137160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🚗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0" y="36118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DENTSCAN AI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1371600" y="429768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Vehicle Damage Detection using Computer Vision &amp; CNN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71516" y="4892040"/>
            <a:ext cx="1645920" cy="1280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50749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Project  ·  </a:t>
            </a: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dentscan.netlify.app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-200722" y="576072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Sumit Kushwaha ( 12516733)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vehicle inspection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doesn't scale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566928" cy="566928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231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24048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71576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checking every vehicle for dents and scratches takes real time — and time is money in resale, rental, and claims workflows.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721608"/>
            <a:ext cx="566928" cy="566928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21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17320" y="3703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4014216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inspectors can reach two different verdicts on the same vehicle depending on lighting, fatigue, or experience.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5020056"/>
            <a:ext cx="566928" cy="566928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200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17320" y="5001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paper trail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5312664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or handwritten inspection notes are easy to lose, dispute, or forget to record at all.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1828800"/>
            <a:ext cx="4480560" cy="3931920"/>
          </a:xfrm>
          <a:prstGeom prst="roundRect">
            <a:avLst>
              <a:gd name="adj" fmla="val 2791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2148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getting it wrong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06640" y="2788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406640" y="3291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used-vehicle disputes involve undisclosed damage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406640" y="38679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2–5 min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406640" y="43708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manual inspection time per vehicle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06640" y="494690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Subjective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406640" y="54498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vary by inspector, no standardized scoring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DentScan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automated damage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pays off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3060" y="2788920"/>
            <a:ext cx="640080" cy="64008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162306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04672" y="361188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claim processing by instantly flagging visible damage from submitted photos.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24688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5132" y="2788920"/>
            <a:ext cx="640080" cy="64008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4485132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🚙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66744" y="361188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Marketplaces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85032" y="4160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buyers an objective, camera-based condition check before they commit to a listing.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64224" y="24688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47204" y="2788920"/>
            <a:ext cx="640080" cy="64008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7347204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528816" y="361188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Returns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47104" y="4160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pickup and return scans automatically instead of relying on a rushed manual walkaround.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26296" y="24688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209276" y="2788920"/>
            <a:ext cx="640080" cy="64008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10209276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390888" y="361188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Dealership QC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09176" y="4160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incoming-vehicle inspection across every lot and every inspector.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DentScan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 out to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CNN classifier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47802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convolutional neural network from scratch that classifies a vehicle photo as damaged or normal.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7296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72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314553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two input modes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5021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user either upload an existing photo or use a live camera feed to capture one in real time.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9709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97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416966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confidence score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526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comes with a probability, not just a binary label — so results can be trusted or double-checked.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22122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221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51937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usable web app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550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model in a clean, deployable interface — not just a notebook experiment.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DentScan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camera to verdict, in one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74320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3063240"/>
            <a:ext cx="731520" cy="73152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931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photo or open the live camera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54680" y="35204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11880" y="274320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1980" y="3063240"/>
            <a:ext cx="731520" cy="73152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4411980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03320" y="3931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9040" y="42976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classifies the image in the backend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89320" y="35204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46520" y="274320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46620" y="3063240"/>
            <a:ext cx="731520" cy="73152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18" name="Text 16"/>
          <p:cNvSpPr/>
          <p:nvPr/>
        </p:nvSpPr>
        <p:spPr>
          <a:xfrm>
            <a:off x="7246620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537960" y="3931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42976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/ Normal + confidence score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823960" y="35204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281160" y="274320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81260" y="3063240"/>
            <a:ext cx="731520" cy="731520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4" name="Text 22"/>
          <p:cNvSpPr/>
          <p:nvPr/>
        </p:nvSpPr>
        <p:spPr>
          <a:xfrm>
            <a:off x="10081260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372600" y="3931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18320" y="42976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PDF summary of the scan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" y="53492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above is a real HTTP request between the browser frontend and a Flask API served from the training notebook.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DentScan AI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91840" cy="35661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578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96112" y="3145536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— landing page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96112" y="3547872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4655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analysis.html — scan tool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96112" y="3950208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8679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getUserMedia() camera capture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" y="4352544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270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calls to Flask API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" y="4754880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6725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+ history rendering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77640" y="356616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617720" y="2103120"/>
            <a:ext cx="3291840" cy="3566160"/>
          </a:xfrm>
          <a:prstGeom prst="roundRect">
            <a:avLst>
              <a:gd name="adj" fmla="val 2778"/>
            </a:avLst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2286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2578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backend.ipynb (Jupyter)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73752" y="3145536"/>
            <a:ext cx="54864" cy="5486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server (background thread)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73752" y="3547872"/>
            <a:ext cx="54864" cy="5486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4655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73752" y="3950208"/>
            <a:ext cx="54864" cy="5486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8679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73752" y="4352544"/>
            <a:ext cx="54864" cy="5486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4270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/report (PDF)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73752" y="4754880"/>
            <a:ext cx="54864" cy="5486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46725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localhost:5001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955280" y="356616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8595360" y="2103120"/>
            <a:ext cx="29718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595360" y="22860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95360" y="25786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851392" y="3145536"/>
            <a:ext cx="54864" cy="5486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9006840" y="3063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conv blocks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851392" y="3547872"/>
            <a:ext cx="54864" cy="5486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9006840" y="34655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851392" y="3950208"/>
            <a:ext cx="54864" cy="5486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9006840" y="38679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+ FC head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851392" y="4352544"/>
            <a:ext cx="54864" cy="5486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9006840" y="42702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output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851392" y="4754880"/>
            <a:ext cx="54864" cy="5486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4" name="Text 42"/>
          <p:cNvSpPr/>
          <p:nvPr/>
        </p:nvSpPr>
        <p:spPr>
          <a:xfrm>
            <a:off x="9006840" y="467258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car_damage_cnn.pt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DentScan AI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00232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damage image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303520" cy="3246120"/>
          </a:xfrm>
          <a:prstGeom prst="roundRect">
            <a:avLst>
              <a:gd name="adj" fmla="val 2817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0604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data/raw/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training/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00-damage/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01-whole/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validation/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00-damage/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01-whole/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19659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2423160"/>
            <a:ext cx="292608" cy="29260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2423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20840" y="240487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every image to 128 × 128 px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3081528"/>
            <a:ext cx="292608" cy="29260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3081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0840" y="3063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using ImageNet mean/std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739896"/>
            <a:ext cx="292608" cy="29260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37398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372160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Training-only augmentation: random flip, rotation, color jitter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4398264"/>
            <a:ext cx="292608" cy="29260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43982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437997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torchvision.datasets.ImageFolder auto-maps each subfolder to a class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DentScan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architecture — built from scratch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603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128×128×3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66544" y="233172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2112264" y="25603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12264" y="32004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filters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83864" y="274320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30168" y="233172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3675888" y="25603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75888" y="32004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filters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47488" y="274320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93792" y="233172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5239512" y="25603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39512" y="32004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filters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11112" y="274320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57416" y="233172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25603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03136" y="32004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 filters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74736" y="274320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21040" y="233172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25603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Pool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66760" y="32004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38360" y="274320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884664" y="233172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FEE2E2"/>
          </a:solidFill>
          <a:ln/>
        </p:spPr>
      </p:sp>
      <p:sp>
        <p:nvSpPr>
          <p:cNvPr id="29" name="Text 27"/>
          <p:cNvSpPr/>
          <p:nvPr/>
        </p:nvSpPr>
        <p:spPr>
          <a:xfrm>
            <a:off x="9930384" y="25603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+ Output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930384" y="32004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→ 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9776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conv block = Conv2D → BatchNorm → ReLU → MaxPool  ·  Output = sigmoid probability of “damaged”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461772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11580" y="4800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BCE + Adam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211580" y="52075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optimizer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4800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epochs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001768" y="5303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length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778240" y="4800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Sigmoid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778240" y="5303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output layer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DentScan AI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00232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926080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324612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model &amp; backend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21488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93592" y="2926080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93592" y="324612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definition, training, inference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331720"/>
            <a:ext cx="502920" cy="50292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🌶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82512" y="2926080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82512" y="324612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/predict, /report, /health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06840" y="21488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2331720"/>
            <a:ext cx="502920" cy="50292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71432" y="2926080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71432" y="324612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doubles as the live backend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9319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04672" y="4709160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" y="502920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no framework dependency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29000" y="39319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11880" y="4114800"/>
            <a:ext cx="502920" cy="50292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593592" y="4709160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93592" y="502920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confusion matrix, F1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39319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4114800"/>
            <a:ext cx="502920" cy="50292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382512" y="4709160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82512" y="502920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downloadable PDF report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06840" y="39319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89720" y="4114800"/>
            <a:ext cx="502920" cy="50292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918972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171432" y="4709160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171432" y="502920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static frontend live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DentScan AI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00232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&amp; evaluation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over training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2240280"/>
          <a:ext cx="60350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9951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(validation)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95160" y="233172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233172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549640" y="233172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995160" y="2926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772400" y="2926080"/>
            <a:ext cx="77724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2926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549640" y="2926080"/>
            <a:ext cx="77724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2926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995160" y="3703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772400" y="3703320"/>
            <a:ext cx="77724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0" y="3703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549640" y="3703320"/>
            <a:ext cx="77724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49640" y="3703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995160" y="5074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995160" y="54589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165592" y="5074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165592" y="54589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336024" y="5074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336024" y="54589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506456" y="5074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506456" y="54589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*Sample run shown for illustration — insert your own training run's numbers here before presenting.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DentScan AI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000232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THE FRONTEND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676656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03120"/>
            <a:ext cx="91440" cy="9144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103120"/>
            <a:ext cx="91440" cy="9144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2103120"/>
            <a:ext cx="91440" cy="9144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2651760" y="2057400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0299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dentscan.netlify.app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DentScan 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9718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dent before the buyer does.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3566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 camera at any vehicle, or upload a photo, and get an instant damaged/normal verdict.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05840" y="41148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14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Analysis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5840" y="470916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70916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🚗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7680960" y="214884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790956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scan visual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09560" y="23317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Corner-bracket frame with a sweeping scan line — sets the diagnostic tone immediately.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80960" y="347472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90956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value proposition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09560" y="36576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states the exact benefit in plain language, no jargon.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80960" y="480060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790956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obvious CTA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09560" y="49834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“Start Analysis” is the only primary action above the fold.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DentScan 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0232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THE FRONTEND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tool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402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" y="2267712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226771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76272" y="226771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60120" y="2788920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788920"/>
            <a:ext cx="30632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🚙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4206240" y="2788920"/>
            <a:ext cx="2880360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00600" y="29535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Damaged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120" y="3383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 or scratch detected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0" y="3794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0" y="4114800"/>
            <a:ext cx="2514600" cy="146304"/>
          </a:xfrm>
          <a:prstGeom prst="roundRect">
            <a:avLst>
              <a:gd name="adj" fmla="val 50000"/>
            </a:avLst>
          </a:prstGeom>
          <a:solidFill>
            <a:srgbClr val="FECACA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9120" y="4114800"/>
            <a:ext cx="2286000" cy="14630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886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0120" y="4983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983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Download Report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60120" y="5577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80960" y="214884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790956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capture modes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09560" y="23317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existing photo, or use getUserMedia() for a live camera feed with an auto-scan toggle.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80960" y="347472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790956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Confidence, not just a label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09560" y="36576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panel always shows a percentage, styled green for normal and red for damaged.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80960" y="480060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790956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PDF report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909560" y="49834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can be exported to a shareable PDF via the backend's /report endpoint.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DentScan 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00232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at dentscan.netlify.app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6492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31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502920" cy="50292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8163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on Netlify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313639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/ analysis.html / css / js are deployed as a static site — fast, free, globally hosted.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3794760"/>
            <a:ext cx="502920" cy="50292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37764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runs locally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409651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Flask API (from backend.ipynb) runs on the presenter's own machine at localhost:5001 during a live demo.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4754880"/>
            <a:ext cx="502920" cy="50292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47365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Same-origin design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505663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is written to call whichever backend URL it's pointed at — easy to swap for a hosted API later.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60920" y="2103120"/>
            <a:ext cx="4160520" cy="365760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7360920" y="251460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🔗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543800" y="34290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dentscan.netlify.app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680960" y="397764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live site to see the landing page and UI. Note: predictions require the backend notebook running locally alongside the demo.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DentScan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0232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</a:t>
            </a:r>
            <a:r>
              <a:rPr lang="en-US" sz="1200" b="1" kern="0" spc="1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WRAPPING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trained from scratch to classify vehicle damage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72491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72491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web app — upload or live camera capture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552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25526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Flask API served directly from a Jupyter notebook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78561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78561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downloadable PDF report for every scan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1783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 next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1945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defect localization (bounding boxes per dent/scratch)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85292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285292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a larger, more diverse real-world dataset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35112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3511296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the backend on cloud infrastructure for a fully live demo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41696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416966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 for on-site inspection use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10881360" cy="1280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1663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dentscan.netlify.app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Sumit Kushwaha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DentScan 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1266</Words>
  <Application>Microsoft Macintosh PowerPoint</Application>
  <PresentationFormat>Widescreen</PresentationFormat>
  <Paragraphs>305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5</cp:revision>
  <dcterms:created xsi:type="dcterms:W3CDTF">2026-07-16T07:01:27Z</dcterms:created>
  <dcterms:modified xsi:type="dcterms:W3CDTF">2026-07-20T08:34:35Z</dcterms:modified>
</cp:coreProperties>
</file>